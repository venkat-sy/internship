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AI-Powered Phishing Email Detection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Presented by: K Venkatesh Hebbar</a:t>
            </a:r>
          </a:p>
          <a:p>
            <a:r>
              <a:t>Roll No: 595766</a:t>
            </a:r>
          </a:p>
          <a:p>
            <a:r>
              <a:t>NMAM Institute of Technology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Objective: Build an AI to detect Phishing Emails.</a:t>
            </a:r>
          </a:p>
          <a:p>
            <a:r>
              <a:t>• Approach: NLP with TF-IDF Vectorization.</a:t>
            </a:r>
          </a:p>
          <a:p>
            <a:r>
              <a:t>• Algorithms: Logistic Regression, Random Forest, Naive Bayes, MLP.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System Architecture &amp; Workflow</a:t>
            </a:r>
          </a:p>
        </p:txBody>
      </p:sp>
      <p:pic>
        <p:nvPicPr>
          <p:cNvPr id="3" name="Picture 2" descr="workflow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28800"/>
            <a:ext cx="731520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Model Evaluation (Confusion Matrix)</a:t>
            </a:r>
          </a:p>
        </p:txBody>
      </p:sp>
      <p:pic>
        <p:nvPicPr>
          <p:cNvPr id="3" name="Picture 2" descr="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1371600"/>
            <a:ext cx="457200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Sample Inputs &amp; Outputs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TEST 1 (Phishing Email):</a:t>
            </a:r>
          </a:p>
          <a:p>
            <a:r>
              <a:t>Input: "URGENT: Your account has been suspended. Click here to verify immediately."</a:t>
            </a:r>
          </a:p>
          <a:p>
            <a:r>
              <a:t>Output: Predicted as PHISHING</a:t>
            </a:r>
          </a:p>
          <a:p/>
          <a:p>
            <a:r>
              <a:t>TEST 2 (Legitimate Email):</a:t>
            </a:r>
          </a:p>
          <a:p>
            <a:r>
              <a:t>Input: "Hi Team, just a reminder about our meeting tomorrow at 10 AM."</a:t>
            </a:r>
          </a:p>
          <a:p>
            <a:r>
              <a:t>Output: Predicted as LEGITIMATE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The system successfully classifies raw text with near-perfect accuracy.</a:t>
            </a:r>
          </a:p>
          <a:p>
            <a:r>
              <a:t>• TF-IDF feature extraction is highly effective for this problem domain.</a:t>
            </a:r>
          </a:p>
          <a:p>
            <a:r>
              <a:t>• The Streamlit web application provides a seamless user interface for real-time predictions.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