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Phishing Email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K Venkatesh Hebbar</a:t>
            </a:r>
          </a:p>
          <a:p>
            <a:r>
              <a:t>Roll No: 595766</a:t>
            </a:r>
          </a:p>
          <a:p>
            <a:r>
              <a:t>NMAM Institute of Technology</a:t>
            </a:r>
          </a:p>
        </p:txBody>
      </p:sp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371600" cy="9185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Build an AI to detect Phishing Emails.</a:t>
            </a:r>
          </a:p>
          <a:p>
            <a:r>
              <a:t>• Approach: NLP with TF-IDF Vectorization.</a:t>
            </a:r>
          </a:p>
          <a:p>
            <a:r>
              <a:t>• Algorithms: Logistic Regression, Random Forest, Naive Bayes, MLP.</a:t>
            </a:r>
          </a:p>
        </p:txBody>
      </p:sp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Workflow</a:t>
            </a:r>
          </a:p>
        </p:txBody>
      </p:sp>
      <p:pic>
        <p:nvPicPr>
          <p:cNvPr id="3" name="Picture 2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389120"/>
          </a:xfrm>
          <a:prstGeom prst="rect">
            <a:avLst/>
          </a:prstGeom>
        </p:spPr>
      </p:pic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(Confusion Matrix)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4572000" cy="3657600"/>
          </a:xfrm>
          <a:prstGeom prst="rect">
            <a:avLst/>
          </a:prstGeom>
        </p:spPr>
      </p:pic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Inputs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1 (Phishing Email):</a:t>
            </a:r>
          </a:p>
          <a:p>
            <a:r>
              <a:t>Input: "URGENT: Your account has been suspended. Click here to verify immediately."</a:t>
            </a:r>
          </a:p>
          <a:p>
            <a:r>
              <a:t>Output: Predicted as PHISHING</a:t>
            </a:r>
          </a:p>
          <a:p/>
          <a:p>
            <a:r>
              <a:t>TEST 2 (Legitimate Email):</a:t>
            </a:r>
          </a:p>
          <a:p>
            <a:r>
              <a:t>Input: "Hi Team, just a reminder about our meeting tomorrow at 10 AM."</a:t>
            </a:r>
          </a:p>
          <a:p>
            <a:r>
              <a:t>Output: Predicted as LEGITIMATE</a:t>
            </a:r>
          </a:p>
        </p:txBody>
      </p:sp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system successfully classifies raw text with near-perfect accuracy.</a:t>
            </a:r>
          </a:p>
          <a:p>
            <a:r>
              <a:t>• TF-IDF feature extraction is highly effective for this problem domain.</a:t>
            </a:r>
          </a:p>
          <a:p>
            <a:r>
              <a:t>• The Streamlit web application provides a seamless user interface for real-time predictions.</a:t>
            </a:r>
          </a:p>
        </p:txBody>
      </p:sp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