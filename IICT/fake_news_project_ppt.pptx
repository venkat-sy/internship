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AI-Powered Fake News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Presented by: K Venkatesh Hebbar</a:t>
            </a:r>
          </a:p>
          <a:p>
            <a:r>
              <a:t>Roll No: 595766</a:t>
            </a:r>
          </a:p>
          <a:p>
            <a:r>
              <a:t>NMAM Institute of Technology</a:t>
            </a:r>
          </a:p>
        </p:txBody>
      </p:sp>
      <p:pic>
        <p:nvPicPr>
          <p:cNvPr id="4" name="Picture 3" descr="iic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371600" cy="91859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Objective: Build an AI to detect Fake News.</a:t>
            </a:r>
          </a:p>
          <a:p>
            <a:r>
              <a:t>• Approach: NLP with TF-IDF Vectorization.</a:t>
            </a:r>
          </a:p>
          <a:p>
            <a:r>
              <a:t>• Algorithms: Logistic Regression, Random Forest, Naive Bayes, MLP.</a:t>
            </a:r>
          </a:p>
        </p:txBody>
      </p:sp>
      <p:pic>
        <p:nvPicPr>
          <p:cNvPr id="4" name="Picture 3" descr="iic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2880"/>
            <a:ext cx="914400" cy="6123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&amp; Workflow</a:t>
            </a:r>
          </a:p>
        </p:txBody>
      </p:sp>
      <p:pic>
        <p:nvPicPr>
          <p:cNvPr id="3" name="Picture 2" descr="workflow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4389120"/>
          </a:xfrm>
          <a:prstGeom prst="rect">
            <a:avLst/>
          </a:prstGeom>
        </p:spPr>
      </p:pic>
      <p:pic>
        <p:nvPicPr>
          <p:cNvPr id="4" name="Picture 3" descr="iic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82880"/>
            <a:ext cx="914400" cy="6123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 (Confusion Matrix)</a:t>
            </a:r>
          </a:p>
        </p:txBody>
      </p:sp>
      <p:pic>
        <p:nvPicPr>
          <p:cNvPr id="3" name="Picture 2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371600"/>
            <a:ext cx="4572000" cy="3657600"/>
          </a:xfrm>
          <a:prstGeom prst="rect">
            <a:avLst/>
          </a:prstGeom>
        </p:spPr>
      </p:pic>
      <p:pic>
        <p:nvPicPr>
          <p:cNvPr id="4" name="Picture 3" descr="iic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82880"/>
            <a:ext cx="914400" cy="6123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Inputs &amp; Outputs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1 (Fake News):</a:t>
            </a:r>
          </a:p>
          <a:p>
            <a:r>
              <a:t>Input: "BREAKING: Aliens land in New York, government hides evidence!"</a:t>
            </a:r>
          </a:p>
          <a:p>
            <a:r>
              <a:t>Output: Predicted as FAKE</a:t>
            </a:r>
          </a:p>
          <a:p/>
          <a:p>
            <a:r>
              <a:t>TEST 2 (Real News):</a:t>
            </a:r>
          </a:p>
          <a:p>
            <a:r>
              <a:t>Input: "The stock market saw a slight decline today due to inflation concerns."</a:t>
            </a:r>
          </a:p>
          <a:p>
            <a:r>
              <a:t>Output: Predicted as REAL</a:t>
            </a:r>
          </a:p>
        </p:txBody>
      </p:sp>
      <p:pic>
        <p:nvPicPr>
          <p:cNvPr id="4" name="Picture 3" descr="iic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2880"/>
            <a:ext cx="914400" cy="6123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The system successfully classifies raw text with near-perfect accuracy.</a:t>
            </a:r>
          </a:p>
          <a:p>
            <a:r>
              <a:t>• TF-IDF feature extraction is highly effective for this problem domain.</a:t>
            </a:r>
          </a:p>
          <a:p>
            <a:r>
              <a:t>• The Streamlit web application provides a seamless user interface for real-time predictions.</a:t>
            </a:r>
          </a:p>
        </p:txBody>
      </p:sp>
      <p:pic>
        <p:nvPicPr>
          <p:cNvPr id="4" name="Picture 3" descr="iic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2880"/>
            <a:ext cx="914400" cy="6123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