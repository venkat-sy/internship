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Fake News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Presented by: K Venkatesh Hebbar</a:t>
            </a:r>
          </a:p>
          <a:p>
            <a:r>
              <a:t>Roll No: 595766</a:t>
            </a:r>
          </a:p>
          <a:p>
            <a:r>
              <a:t>NMAM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Objective: Build an AI to detect Fake News.</a:t>
            </a:r>
          </a:p>
          <a:p>
            <a:r>
              <a:t>• Approach: NLP with TF-IDF Vectorization.</a:t>
            </a:r>
          </a:p>
          <a:p>
            <a:r>
              <a:t>• Algorithms: Logistic Regression, Random Forest, Naive Bayes, MLP.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Workflow</a:t>
            </a:r>
          </a:p>
        </p:txBody>
      </p:sp>
      <p:pic>
        <p:nvPicPr>
          <p:cNvPr id="3" name="Picture 2" descr="work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 (Confusion Matrix)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The system successfully classifies raw text with near-perfect accuracy.</a:t>
            </a:r>
          </a:p>
          <a:p>
            <a:r>
              <a:t>• TF-IDF feature extraction is highly effective for this problem domain.</a:t>
            </a:r>
          </a:p>
          <a:p>
            <a:r>
              <a:t>• The Streamlit web application provides a seamless user interface for real-time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