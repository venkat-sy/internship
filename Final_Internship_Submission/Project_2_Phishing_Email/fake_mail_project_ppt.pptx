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 Structure: AI-Powered Phishing Email Detection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AI-Powered Phishing Email Detection Using Text Classification </a:t>
            </a:r>
            <a:r>
              <a:rPr b="1"/>
              <a:t>Subtitle:</a:t>
            </a:r>
            <a:r>
              <a:rPr/>
              <a:t> A Machine Learning Approach to Defending Against Cyber Threats </a:t>
            </a:r>
            <a:r>
              <a:rPr b="1"/>
              <a:t>Presenter:</a:t>
            </a:r>
            <a:r>
              <a:rPr/>
              <a:t> Venkatesh Hebbar </a:t>
            </a:r>
            <a:r>
              <a:rPr b="1"/>
              <a:t>Roll No:</a:t>
            </a:r>
            <a:r>
              <a:rPr/>
              <a:t> 595766 </a:t>
            </a:r>
            <a:r>
              <a:rPr b="1"/>
              <a:t>College:</a:t>
            </a:r>
            <a:r>
              <a:rPr/>
              <a:t> NMAM Institute of Technology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Introduction:</a:t>
            </a:r>
            <a:r>
              <a:rPr/>
              <a:t> - Phishing is a primary vector for identity theft and corporate data breaches. - Attackers continuously evade traditional rule-based spam filters by altering their text and deliberately misspelling words.</a:t>
            </a:r>
          </a:p>
          <a:p>
            <a:pPr lvl="0" indent="0" marL="0">
              <a:buNone/>
            </a:pPr>
            <a:r>
              <a:rPr b="1"/>
              <a:t>Problem Statement:</a:t>
            </a:r>
            <a:r>
              <a:rPr/>
              <a:t> - To build an intelligent, automated system capable of analyzing the raw textual body of an email and determining whether it is a “Phishing” attempt or “Legitimate” communication in real-time using Natural Language Processing.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 Workflow:</a:t>
            </a:r>
            <a:r>
              <a:rPr/>
              <a:t> 1. </a:t>
            </a:r>
            <a:r>
              <a:rPr b="1"/>
              <a:t>Dataset Collection:</a:t>
            </a:r>
            <a:r>
              <a:rPr/>
              <a:t> Curated dataset of 1,000 balanced Phishing and Legitimate emails. 2. </a:t>
            </a:r>
            <a:r>
              <a:rPr b="1"/>
              <a:t>Data Preprocessing:</a:t>
            </a:r>
            <a:r>
              <a:rPr/>
              <a:t> Lowercasing, removing HTML tags, punctuation, URLs, and stopwords. 3. </a:t>
            </a:r>
            <a:r>
              <a:rPr b="1"/>
              <a:t>Feature Extraction:</a:t>
            </a:r>
            <a:r>
              <a:rPr/>
              <a:t> TF-IDF Vectorization combined with Character N-Grams to catch obfuscation and misspellings. 4. </a:t>
            </a:r>
            <a:r>
              <a:rPr b="1"/>
              <a:t>Train/Test Split:</a:t>
            </a:r>
            <a:r>
              <a:rPr/>
              <a:t> 80% Training Data, 20% Testing Data. 5. </a:t>
            </a:r>
            <a:r>
              <a:rPr b="1"/>
              <a:t>Model Training:</a:t>
            </a:r>
            <a:r>
              <a:rPr/>
              <a:t> Fitting classifiers to learn the semantic intent (e.g., urgency, threats) from the text. 6. </a:t>
            </a:r>
            <a:r>
              <a:rPr b="1"/>
              <a:t>Prediction:</a:t>
            </a:r>
            <a:r>
              <a:rPr/>
              <a:t> Deploying the best model in a web interface.</a:t>
            </a:r>
          </a:p>
          <a:p>
            <a:pPr lvl="0" indent="0" marL="0">
              <a:buNone/>
            </a:pPr>
            <a:r>
              <a:rPr i="1"/>
              <a:t>(Include the Workflow Diagram from the report here)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Naive Bayes (Multinomial)</a:t>
            </a:r>
            <a:r>
              <a:rPr/>
              <a:t> - Exceptionally fast, probabilistic classifier that performs well on text despite assuming feature independence. </a:t>
            </a:r>
            <a:r>
              <a:rPr b="1"/>
              <a:t>2. Logistic Regression</a:t>
            </a:r>
            <a:r>
              <a:rPr/>
              <a:t> - Highly interpretable linear model; excellent at isolating heavily weighted “phishing” keywords. </a:t>
            </a:r>
            <a:r>
              <a:rPr b="1"/>
              <a:t>3. Random Forest (Ensemble)</a:t>
            </a:r>
            <a:r>
              <a:rPr/>
              <a:t> - Robust to noise and capable of capturing non-linear relationships between words. </a:t>
            </a:r>
            <a:r>
              <a:rPr b="1"/>
              <a:t>4. Neural Network / Multi-Layer Perceptron (Deep Learning)</a:t>
            </a:r>
            <a:r>
              <a:rPr/>
              <a:t> - Models complex, non-linear interactions within the email text structure using hidden layers.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Results &amp;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4953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Evaluation Metrics (Test Set):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161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F1-Score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Bayes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1104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Finding:</a:t>
            </a:r>
            <a:r>
              <a:rPr/>
              <a:t> - The use of Character N-Grams successfully captured semantic intent, resulting in perfect classification on the test set. - Sequences like “urg”, “sus”, and “ver” were identified by the models as primary indicators of phishing.</a:t>
            </a:r>
          </a:p>
          <a:p>
            <a:pPr lvl="0" indent="0" marL="0">
              <a:buNone/>
            </a:pPr>
            <a:r>
              <a:rPr i="1"/>
              <a:t>(Include Confusion Matrix or Feature Importance Chart here)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Interactive Web Application (Streamlit)</a:t>
            </a:r>
            <a:r>
              <a:rPr/>
              <a:t> - </a:t>
            </a:r>
            <a:r>
              <a:rPr b="1"/>
              <a:t>Input:</a:t>
            </a:r>
            <a:r>
              <a:rPr/>
              <a:t> User pastes the body of a suspicious email. - </a:t>
            </a:r>
            <a:r>
              <a:rPr b="1"/>
              <a:t>Process:</a:t>
            </a:r>
            <a:r>
              <a:rPr/>
              <a:t> Text is cleaned, vectorized via TF-IDF, and passed to the Logistic Regression model. - </a:t>
            </a:r>
            <a:r>
              <a:rPr b="1"/>
              <a:t>Output:</a:t>
            </a:r>
            <a:r>
              <a:rPr/>
              <a:t> The system flags the email as “PHISHING” or “LEGITIMATE” and displays a confidence score.</a:t>
            </a:r>
          </a:p>
          <a:p>
            <a:pPr lvl="0" indent="0" marL="0">
              <a:buNone/>
            </a:pPr>
            <a:r>
              <a:rPr i="1"/>
              <a:t>(Insert Screenshots of the Streamlit App: One showing a PHISHING prediction, one showing a LEGITIMATE prediction)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Conclusion:</a:t>
            </a:r>
            <a:r>
              <a:rPr/>
              <a:t> - Developed a highly accurate NLP pipeline that successfully distinguishes deceptive language from legitimate communication. - Proved that analyzing text alone using Character N-Grams is an effective and robust defense layer against social engineering.</a:t>
            </a:r>
          </a:p>
          <a:p>
            <a:pPr lvl="0" indent="0" marL="0">
              <a:buNone/>
            </a:pPr>
            <a:r>
              <a:rPr b="1"/>
              <a:t>Future Scope:</a:t>
            </a:r>
            <a:r>
              <a:rPr/>
              <a:t> - </a:t>
            </a:r>
            <a:r>
              <a:rPr b="1"/>
              <a:t>Hybrid System:</a:t>
            </a:r>
            <a:r>
              <a:rPr/>
              <a:t> Integrate textual NLP with meta-data analysis (checking DKIM, SPF records) for a complete defense suite. - </a:t>
            </a:r>
            <a:r>
              <a:rPr b="1"/>
              <a:t>Email Client Plugin:</a:t>
            </a:r>
            <a:r>
              <a:rPr/>
              <a:t> Build a browser extension or plugin for Gmail/Outlook to warn users before they click malicious links.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2026-07-25T15:53:25Z</dcterms:created>
  <dcterms:modified xsi:type="dcterms:W3CDTF">2026-07-25T15:53:25Z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