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PPT Structure: AI-Powered Fake News Detection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AI-Powered Fake News Detection Using Text Classification </a:t>
            </a:r>
            <a:r>
              <a:rPr b="1"/>
              <a:t>Subtitle:</a:t>
            </a:r>
            <a:r>
              <a:rPr/>
              <a:t> A Machine Learning Approach to Combating Misinformation </a:t>
            </a:r>
            <a:r>
              <a:rPr b="1"/>
              <a:t>Presenter:</a:t>
            </a:r>
            <a:r>
              <a:rPr/>
              <a:t> Venkatesh Hebbar </a:t>
            </a:r>
            <a:r>
              <a:rPr b="1"/>
              <a:t>Roll No:</a:t>
            </a:r>
            <a:r>
              <a:rPr/>
              <a:t> 595766 </a:t>
            </a:r>
            <a:r>
              <a:rPr b="1"/>
              <a:t>College:</a:t>
            </a:r>
            <a:r>
              <a:rPr/>
              <a:t> NMAM Institute of Technology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Introduction:</a:t>
            </a:r>
            <a:r>
              <a:rPr/>
              <a:t> - Fake news spreads rapidly on social media, eroding public trust and causing societal harm. - Manual fact-checking is slow and cannot scale to the volume of online content.</a:t>
            </a:r>
          </a:p>
          <a:p>
            <a:pPr lvl="0" indent="0" marL="0">
              <a:buNone/>
            </a:pPr>
            <a:r>
              <a:rPr b="1"/>
              <a:t>Problem Statement:</a:t>
            </a:r>
            <a:r>
              <a:rPr/>
              <a:t> - To design an automated, AI-driven system capable of classifying news articles as “Fake” or “Real” based solely on their textual content. - Need for a lightweight, accurate, and scalable solution using Natural Language Processing (NLP).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System Workflow:</a:t>
            </a:r>
            <a:r>
              <a:rPr/>
              <a:t> 1. </a:t>
            </a:r>
            <a:r>
              <a:rPr b="1"/>
              <a:t>Dataset Collection:</a:t>
            </a:r>
            <a:r>
              <a:rPr/>
              <a:t> Curated dataset of 1,000 balanced Fake and Real news records. 2. </a:t>
            </a:r>
            <a:r>
              <a:rPr b="1"/>
              <a:t>Data Preprocessing:</a:t>
            </a:r>
            <a:r>
              <a:rPr/>
              <a:t> Lowercasing, removing HTML, punctuation, URLs, emojis, and stopwords. 3. </a:t>
            </a:r>
            <a:r>
              <a:rPr b="1"/>
              <a:t>Feature Extraction:</a:t>
            </a:r>
            <a:r>
              <a:rPr/>
              <a:t> TF-IDF Vectorization combined with Character N-Grams (3-5 chars) to handle out-of-vocabulary words. 4. </a:t>
            </a:r>
            <a:r>
              <a:rPr b="1"/>
              <a:t>Train/Test Split:</a:t>
            </a:r>
            <a:r>
              <a:rPr/>
              <a:t> 80% Training Data, 20% Testing Data. 5. </a:t>
            </a:r>
            <a:r>
              <a:rPr b="1"/>
              <a:t>Model Training:</a:t>
            </a:r>
            <a:r>
              <a:rPr/>
              <a:t> Fitting classifiers to the feature vectors. 6. </a:t>
            </a:r>
            <a:r>
              <a:rPr b="1"/>
              <a:t>Prediction:</a:t>
            </a:r>
            <a:r>
              <a:rPr/>
              <a:t> Deploying the best model in an interactive web interface.</a:t>
            </a:r>
          </a:p>
          <a:p>
            <a:pPr lvl="0" indent="0" marL="0">
              <a:buNone/>
            </a:pPr>
            <a:r>
              <a:rPr i="1"/>
              <a:t>(Include the Workflow Diagram from the report here)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Logistic Regression (Parametric)</a:t>
            </a:r>
            <a:r>
              <a:rPr/>
              <a:t> - Fast, highly interpretable, performs well on sparse text data. </a:t>
            </a:r>
            <a:r>
              <a:rPr b="1"/>
              <a:t>2. Random Forest (Ensemble)</a:t>
            </a:r>
            <a:r>
              <a:rPr/>
              <a:t> - Robust to noise, captures non-linear patterns, provides feature importance. </a:t>
            </a:r>
            <a:r>
              <a:rPr b="1"/>
              <a:t>3. K-Nearest Neighbors (Instance-based)</a:t>
            </a:r>
            <a:r>
              <a:rPr/>
              <a:t> - Lazy learning, classifies based on proximity in feature space. </a:t>
            </a:r>
            <a:r>
              <a:rPr b="1"/>
              <a:t>4. Neural Network / Multi-Layer Perceptron (Deep Learning)</a:t>
            </a:r>
            <a:r>
              <a:rPr/>
              <a:t> - Models complex interactions between words using hidden layers and non-linear activations.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Results &amp;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4953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Evaluation Metrics (Test Set):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816100"/>
          <a:ext cx="8229600" cy="140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F1-Score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 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52800"/>
            <a:ext cx="8229600" cy="11049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Key Finding:</a:t>
            </a:r>
            <a:r>
              <a:rPr/>
              <a:t> - The use of Character N-Grams made all models extremely robust. - Logistic Regression was selected for the final deployment due to its perfect accuracy combined with blazing-fast inference time and high interpretability.</a:t>
            </a:r>
          </a:p>
          <a:p>
            <a:pPr lvl="0" indent="0" marL="0">
              <a:buNone/>
            </a:pPr>
            <a:r>
              <a:rPr i="1"/>
              <a:t>(Include Confusion Matrix or Bar Chart here)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Interactive Web Application (Streamlit)</a:t>
            </a:r>
            <a:r>
              <a:rPr/>
              <a:t> - </a:t>
            </a:r>
            <a:r>
              <a:rPr b="1"/>
              <a:t>Input:</a:t>
            </a:r>
            <a:r>
              <a:rPr/>
              <a:t> User pastes a news headline or article. - </a:t>
            </a:r>
            <a:r>
              <a:rPr b="1"/>
              <a:t>Process:</a:t>
            </a:r>
            <a:r>
              <a:rPr/>
              <a:t> The text undergoes real-time cleaning and TF-IDF transformation. - </a:t>
            </a:r>
            <a:r>
              <a:rPr b="1"/>
              <a:t>Output:</a:t>
            </a:r>
            <a:r>
              <a:rPr/>
              <a:t> The model predicts “FAKE NEWS” or “REAL NEWS” with a confidence score.</a:t>
            </a:r>
          </a:p>
          <a:p>
            <a:pPr lvl="0" indent="0" marL="0">
              <a:buNone/>
            </a:pPr>
            <a:r>
              <a:rPr i="1"/>
              <a:t>(Insert Screenshots of the Streamlit App: One showing a FAKE prediction, one showing a REAL prediction)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Conclusion:</a:t>
            </a:r>
            <a:r>
              <a:rPr/>
              <a:t> - Successfully built an end-to-end NLP pipeline that accurately classifies text. - Character N-Grams proved highly effective at handling novel text structures and typos. - The deployed web module proves the feasibility of real-time AI fact-checking.</a:t>
            </a:r>
          </a:p>
          <a:p>
            <a:pPr lvl="0" indent="0" marL="0">
              <a:buNone/>
            </a:pPr>
            <a:r>
              <a:rPr b="1"/>
              <a:t>Future Scope:</a:t>
            </a:r>
            <a:r>
              <a:rPr/>
              <a:t> - </a:t>
            </a:r>
            <a:r>
              <a:rPr b="1"/>
              <a:t>Contextual Embeddings:</a:t>
            </a:r>
            <a:r>
              <a:rPr/>
              <a:t> Upgrade to Transformer models (BERT, RoBERTa) for deeper semantic understanding. - </a:t>
            </a:r>
            <a:r>
              <a:rPr b="1"/>
              <a:t>Live Fact-Checking:</a:t>
            </a:r>
            <a:r>
              <a:rPr/>
              <a:t> Integrate with Knowledge Graphs or search APIs to verify actual facts, not just textual style. - </a:t>
            </a:r>
            <a:r>
              <a:rPr b="1"/>
              <a:t>Browser Extension:</a:t>
            </a:r>
            <a:r>
              <a:rPr/>
              <a:t> Deploy as a Chrome extension for real-time alerts on social media.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2026-07-25T15:53:25Z</dcterms:created>
  <dcterms:modified xsi:type="dcterms:W3CDTF">2026-07-25T15:53:25Z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